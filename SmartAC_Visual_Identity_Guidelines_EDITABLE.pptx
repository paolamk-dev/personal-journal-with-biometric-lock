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4F9FF"/>
                </a:solidFill>
              </a:defRPr>
            </a:pPr>
            <a:r>
              <a:t>Visual Identity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0D5C8"/>
                </a:solidFill>
              </a:defRPr>
            </a:pPr>
            <a:r>
              <a:t>SmartAC — IoT-Based Smart Air Conditioning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0D5C8"/>
                </a:solidFill>
              </a:defRPr>
            </a:pPr>
            <a:r>
              <a:t>MAKAMTE TATSINKOU PAOLA</a:t>
            </a:r>
          </a:p>
          <a:p>
            <a:pPr algn="ctr">
              <a:defRPr sz="1400">
                <a:solidFill>
                  <a:srgbClr val="30D5C8"/>
                </a:solidFill>
              </a:defRPr>
            </a:pPr>
            <a:r>
              <a:t>Level 3 Software Engineering — Graphic Design Course</a:t>
            </a:r>
          </a:p>
          <a:p>
            <a:pPr algn="ctr">
              <a:defRPr sz="1400">
                <a:solidFill>
                  <a:srgbClr val="30D5C8"/>
                </a:solidFill>
              </a:defRPr>
            </a:pPr>
            <a:r>
              <a:t>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1. Brand Overview &amp; Brand Story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2. Logo Design &amp; Construction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3. Logo Variations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4. Logo Misuse Guidelines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5. Color Palette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6. Typography Showcase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7. Iconography &amp; UI Elements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8. UI Color Application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9. Brand Voice &amp; Messaging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10. Stationery &amp; Applications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11. Digital &amp; Print Usage Guidelines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12. Accessibility &amp; Contrast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Brand Overview &amp;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What is SmartAC?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SmartAC is an innovative IoT-based smart air conditioning control system that revolutionizes how users interact with their climate control devices.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Built on the Android platform, SmartAC empowers users to remotely monitor, control, and optimize their air conditioning units through an intuitive mobile application.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Mission: To make intelligent climate control accessible, sustainable, and effortless for every home, while reducing energy waste.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Brand Personality: Intelligent • Efficient • Connected • Sustainable • Trustworthy • Innovative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Logo Design &amp;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The SmartAC logo features: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MTP initials (Makamte Tatsinkou Paola) as the central typographic element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Bold, geometric font treatment for modern aesthetic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WiFi/IoT connectivity symbol integrated into the design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Airflow arc motifs representing cooling and air circulation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Wordmark 'SMARTAC' in clean sans-serif capitals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Tagline: 'Intelligent Climate. Total Control.'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Clear Space: Minimum space = height of letter 'M' on all sides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Minimum Size: 40px digital / 15mm print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Logo Variations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Four official logo variations: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1. Primary Version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Full color on white/light backgrounds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Preferred for most applications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2. Reversed Version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White on Deep Navy or dark backgrounds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For dark-themed interfaces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3. Monochrome Dark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All Deep Navy elements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For single-color print applications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4. Monochrome Light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All white elements on dark backgrounds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   • For specialty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Logo Misuse —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Never do the following with the SmartAC logo: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stretch or distort the logo proportions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change colors arbitrarily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place on busy or patterned backgrounds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add drop shadows or effects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rotate or tilt the logo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use low-contrast color combinations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recreate or modify the logo elements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Don't use older versions of the logo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Always use approved logo files from the brand asset library.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Brand Color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Arctic Blue  |  HEX: #0A84FF  |  RGB: 10, 132, 255  |  Primary brand color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Cool Teal  |  HEX: #30D5C8  |  RGB: 48, 213, 200  |  Accent color, IoT highlights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Deep Navy  |  HEX: #0D1B2A  |  RGB: 13, 27, 42  |  Dark backgrounds, body text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Frost White  |  HEX: #F4F9FF  |  RGB: 244, 249, 255  |  Light backgrounds, cards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Slate Grey  |  HEX: #6B7280  |  RGB: 107, 114, 128  |  Secondary text, borders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CMYK values provided in print-ready files.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Always use exact hex/RGB values for digital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Typography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Primary Typeface: Helvetica Family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Display / Cover Title: Helvetica Bold, 36pt, Deep Navy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Section Heading (H1): Helvetica Bold, 22pt, Arctic Blue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Sub-heading (H2): Helvetica Bold, 14pt, Deep Navy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Body Text: Helvetica, 11pt, Slate Grey, 1.5 line spacing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Caption / Label: Helvetica Oblique, 9pt, Slate Grey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Tagline / Pull Quote: Helvetica Bold Oblique, 13pt, Cool Teal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Helvetica provides excellent readability across all mediums.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For web applications, use system font alternatives if Helvetica is unavailable.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Always maintain hierarchy: larger sizes for headers, smaller for body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Iconography &amp; UI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Icon Style Guidelines: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Stroke weight: 2pt for consistency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Line caps: Rounded for friendly aesthetic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Primary color: Arctic Blue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Grid: 24×24pt artboard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Standard Icon Set Includes: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Thermometer (temperature)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WiFi symbol (connectivity)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Android phone outline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Snowflake (cooling)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Power button (on/off)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Settings gear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Energy-saving leaf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Cloud 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UI Color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Color Usage in Android Application: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Deep Navy → Status bar, dark headers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Arctic Blue → Primary actions, buttons (active state), headers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Cool Teal → Notifications, accent badges, call-to-action elements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Frost White → Card backgrounds, content containers, light sections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Slate Grey → Inactive states, secondary text, borders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Button States: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Active/ON: Arctic Blue background, white text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Inactive/OFF: Slate Grey background, white text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Hover/Focus: Slightly darker shade of primary color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Maintain consistent color application across all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Brand Voice &amp;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Tone of Voice: Professional, Approachable, Tech-Forward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We Are: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Tech-forward: Confident without being intimidating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Reassuring: Building trust through clear communication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Empowering: Users feel in control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Sustainable: Emphasizing environmental responsibility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DO Say: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✓ 'Optimize your comfort' ✓ 'Smart climate control'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✓ 'Save energy effortlessly' ✓ 'Your comfort, remotely'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DON'T Say: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'Maximize AC efficiency' ✗ 'Complicated automation system'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✗ 'IoT-enabled thermal management' ✗ 'Advanced HVAC protocols'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Stationery &amp; Brand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Business Card: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Standard size: 85mm × 55mm (3.5" × 2")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Front: Logo, name, title, contact info on white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Back: Arctic Blue background with tagline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Letterhead: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A4 size with Arctic Blue header strip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Logo positioned top-left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Website and contact info in footer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Email Signature: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Small logo (max 200px wide)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Name, title, contact details in Helvetica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Use web-safe colors (RGB values)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App Icon: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Rounded square format (various sizes)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Arctic Blue background with white logo elements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Digital &amp; Print Usage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File Formats: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Print: PDF, SVG (vector), EPS → CMYK, 300 DPI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Digital/Web: SVG, PNG, WebP → RGB, 72-96 DPI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Social Media: PNG, JPG → Platform-specific sizes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Resolution Requirements: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Print: 300 DPI minimum for professional quality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Screen: 72-96 DPI standard for digital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Mobile: @2x and @3x assets for retina displays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Social Media Sizes: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Facebook: 180×180px | Instagram: 320×320px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Twitter/X: 400×400px | LinkedIn: 300×300px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Always embed fonts in PDFs. Use exact color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Accessibility &amp;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WCAG Compliance: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Deep Navy on Frost White: 14.2:1 ratio → AAA Pass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Arctic Blue on White: 5.1:1 ratio → AA Pass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White on Arctic Blue: 5.1:1 ratio → AA Pass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Cool Teal on Deep Navy: 8.5:1 ratio → AAA Pass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Text Sizing: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Minimum body text: 11pt (14.67px)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Line height: 1.5× text size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Button text: Minimum 10pt with 44×44px touch targets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Color Blindness: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Arctic Blue and Cool Teal distinguishable in most types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Never rely on color alone—use icons and labels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• Test UI with color blindness simulation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Building Trust Through Consistency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This Visual Identity Guidelines document establishes the foundation for SmartAC's brand presence across all touchpoints.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Consistent application ensures SmartAC is immediately recognizable, trustworthy, and professional in every interaction.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By adhering to these standards, we create a cohesive brand experience that builds user confidence and reinforces our position as a leader in smart home climate control.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SmartAC represents more than technology—it represents a commitment to making sustainable, intelligent climate control accessible to everyone.</a:t>
            </a: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0D1B2A"/>
                </a:solidFill>
              </a:defRPr>
            </a:pPr>
            <a:r>
              <a:t>Document Version 1.0 | May 2026 | MAKAMTE TATSINKOU PAOLA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